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C4BB54-E3EB-4722-BCAC-267D2EDD9C13}" v="1024" dt="2025-11-20T01:59:40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L." userId="ea0cd9429cdefcd6" providerId="LiveId" clId="{6078B1BA-8DF8-4B4F-942F-CFB8BEF9FF2C}"/>
    <pc:docChg chg="undo custSel addSld delSld modSld sldOrd">
      <pc:chgData name="Charles L." userId="ea0cd9429cdefcd6" providerId="LiveId" clId="{6078B1BA-8DF8-4B4F-942F-CFB8BEF9FF2C}" dt="2025-11-20T01:59:40.784" v="2445"/>
      <pc:docMkLst>
        <pc:docMk/>
      </pc:docMkLst>
      <pc:sldChg chg="addSp delSp modSp new del mod modAnim modShow">
        <pc:chgData name="Charles L." userId="ea0cd9429cdefcd6" providerId="LiveId" clId="{6078B1BA-8DF8-4B4F-942F-CFB8BEF9FF2C}" dt="2025-11-20T01:09:15.769" v="1932" actId="2696"/>
        <pc:sldMkLst>
          <pc:docMk/>
          <pc:sldMk cId="1365634326" sldId="258"/>
        </pc:sldMkLst>
        <pc:spChg chg="add mod">
          <ac:chgData name="Charles L." userId="ea0cd9429cdefcd6" providerId="LiveId" clId="{6078B1BA-8DF8-4B4F-942F-CFB8BEF9FF2C}" dt="2025-11-19T04:57:32.950" v="817" actId="1036"/>
          <ac:spMkLst>
            <pc:docMk/>
            <pc:sldMk cId="1365634326" sldId="258"/>
            <ac:spMk id="2" creationId="{4EAE5D2C-37A2-803A-42B3-A06F1EA43861}"/>
          </ac:spMkLst>
        </pc:spChg>
        <pc:spChg chg="add mod">
          <ac:chgData name="Charles L." userId="ea0cd9429cdefcd6" providerId="LiveId" clId="{6078B1BA-8DF8-4B4F-942F-CFB8BEF9FF2C}" dt="2025-11-19T04:57:10.833" v="785" actId="1037"/>
          <ac:spMkLst>
            <pc:docMk/>
            <pc:sldMk cId="1365634326" sldId="258"/>
            <ac:spMk id="4" creationId="{F97987FB-2061-5774-44B4-B24CF7CAC08B}"/>
          </ac:spMkLst>
        </pc:spChg>
        <pc:spChg chg="add mod">
          <ac:chgData name="Charles L." userId="ea0cd9429cdefcd6" providerId="LiveId" clId="{6078B1BA-8DF8-4B4F-942F-CFB8BEF9FF2C}" dt="2025-11-19T04:57:25.977" v="806" actId="1035"/>
          <ac:spMkLst>
            <pc:docMk/>
            <pc:sldMk cId="1365634326" sldId="258"/>
            <ac:spMk id="5" creationId="{3D39E01E-6339-C41A-C126-2793697F6C29}"/>
          </ac:spMkLst>
        </pc:spChg>
        <pc:spChg chg="add mod">
          <ac:chgData name="Charles L." userId="ea0cd9429cdefcd6" providerId="LiveId" clId="{6078B1BA-8DF8-4B4F-942F-CFB8BEF9FF2C}" dt="2025-11-19T04:57:40.815" v="821" actId="1038"/>
          <ac:spMkLst>
            <pc:docMk/>
            <pc:sldMk cId="1365634326" sldId="258"/>
            <ac:spMk id="6" creationId="{F49FE120-6BA6-4F71-F455-12FC98F8FB73}"/>
          </ac:spMkLst>
        </pc:spChg>
        <pc:spChg chg="add mod">
          <ac:chgData name="Charles L." userId="ea0cd9429cdefcd6" providerId="LiveId" clId="{6078B1BA-8DF8-4B4F-942F-CFB8BEF9FF2C}" dt="2025-11-19T05:06:51.465" v="837" actId="1076"/>
          <ac:spMkLst>
            <pc:docMk/>
            <pc:sldMk cId="1365634326" sldId="258"/>
            <ac:spMk id="7" creationId="{7F161F10-CCE2-7CA5-3D88-CFADDFAC4F41}"/>
          </ac:spMkLst>
        </pc:spChg>
      </pc:sldChg>
      <pc:sldChg chg="delSp modSp add mod delAnim modAnim modShow">
        <pc:chgData name="Charles L." userId="ea0cd9429cdefcd6" providerId="LiveId" clId="{6078B1BA-8DF8-4B4F-942F-CFB8BEF9FF2C}" dt="2025-11-20T01:59:40.784" v="2445"/>
        <pc:sldMkLst>
          <pc:docMk/>
          <pc:sldMk cId="2762253738" sldId="259"/>
        </pc:sldMkLst>
        <pc:spChg chg="mod">
          <ac:chgData name="Charles L." userId="ea0cd9429cdefcd6" providerId="LiveId" clId="{6078B1BA-8DF8-4B4F-942F-CFB8BEF9FF2C}" dt="2025-11-20T01:00:10.686" v="1638" actId="14100"/>
          <ac:spMkLst>
            <pc:docMk/>
            <pc:sldMk cId="2762253738" sldId="259"/>
            <ac:spMk id="2" creationId="{6CD11E7C-A96D-AFE9-2C52-22E98070B23A}"/>
          </ac:spMkLst>
        </pc:spChg>
        <pc:spChg chg="del">
          <ac:chgData name="Charles L." userId="ea0cd9429cdefcd6" providerId="LiveId" clId="{6078B1BA-8DF8-4B4F-942F-CFB8BEF9FF2C}" dt="2025-11-19T04:59:01.064" v="823" actId="478"/>
          <ac:spMkLst>
            <pc:docMk/>
            <pc:sldMk cId="2762253738" sldId="259"/>
            <ac:spMk id="4" creationId="{C8856F51-B0D3-23F3-522F-DD2F7E0D38DD}"/>
          </ac:spMkLst>
        </pc:spChg>
        <pc:spChg chg="del">
          <ac:chgData name="Charles L." userId="ea0cd9429cdefcd6" providerId="LiveId" clId="{6078B1BA-8DF8-4B4F-942F-CFB8BEF9FF2C}" dt="2025-11-19T04:59:07.278" v="824" actId="478"/>
          <ac:spMkLst>
            <pc:docMk/>
            <pc:sldMk cId="2762253738" sldId="259"/>
            <ac:spMk id="5" creationId="{493DECDC-6FC5-096D-06CB-5E7DC2AA8A13}"/>
          </ac:spMkLst>
        </pc:spChg>
        <pc:spChg chg="del">
          <ac:chgData name="Charles L." userId="ea0cd9429cdefcd6" providerId="LiveId" clId="{6078B1BA-8DF8-4B4F-942F-CFB8BEF9FF2C}" dt="2025-11-19T04:59:15.394" v="825" actId="478"/>
          <ac:spMkLst>
            <pc:docMk/>
            <pc:sldMk cId="2762253738" sldId="259"/>
            <ac:spMk id="6" creationId="{3BAAC8CF-C3B9-8D87-BAE2-27BC417F3CE9}"/>
          </ac:spMkLst>
        </pc:spChg>
        <pc:picChg chg="mod">
          <ac:chgData name="Charles L." userId="ea0cd9429cdefcd6" providerId="LiveId" clId="{6078B1BA-8DF8-4B4F-942F-CFB8BEF9FF2C}" dt="2025-11-20T01:27:14.401" v="2188" actId="1037"/>
          <ac:picMkLst>
            <pc:docMk/>
            <pc:sldMk cId="2762253738" sldId="259"/>
            <ac:picMk id="3" creationId="{112411BD-A6CA-FA03-BC27-8FDA79D9D5C6}"/>
          </ac:picMkLst>
        </pc:picChg>
      </pc:sldChg>
      <pc:sldChg chg="addSp modSp new del mod">
        <pc:chgData name="Charles L." userId="ea0cd9429cdefcd6" providerId="LiveId" clId="{6078B1BA-8DF8-4B4F-942F-CFB8BEF9FF2C}" dt="2025-11-19T04:54:15.049" v="748" actId="2696"/>
        <pc:sldMkLst>
          <pc:docMk/>
          <pc:sldMk cId="3610925125" sldId="259"/>
        </pc:sldMkLst>
      </pc:sldChg>
      <pc:sldChg chg="addSp modSp add del mod ord modAnim modShow">
        <pc:chgData name="Charles L." userId="ea0cd9429cdefcd6" providerId="LiveId" clId="{6078B1BA-8DF8-4B4F-942F-CFB8BEF9FF2C}" dt="2025-11-20T01:09:31.679" v="1933" actId="2696"/>
        <pc:sldMkLst>
          <pc:docMk/>
          <pc:sldMk cId="1142314968" sldId="260"/>
        </pc:sldMkLst>
        <pc:spChg chg="mod ord">
          <ac:chgData name="Charles L." userId="ea0cd9429cdefcd6" providerId="LiveId" clId="{6078B1BA-8DF8-4B4F-942F-CFB8BEF9FF2C}" dt="2025-11-19T05:36:08.430" v="1469" actId="13244"/>
          <ac:spMkLst>
            <pc:docMk/>
            <pc:sldMk cId="1142314968" sldId="260"/>
            <ac:spMk id="2" creationId="{A66BBD23-0FEF-AFD4-8FB4-BB9BE51E3F67}"/>
          </ac:spMkLst>
        </pc:spChg>
        <pc:spChg chg="mod ord">
          <ac:chgData name="Charles L." userId="ea0cd9429cdefcd6" providerId="LiveId" clId="{6078B1BA-8DF8-4B4F-942F-CFB8BEF9FF2C}" dt="2025-11-19T05:36:35.419" v="1472" actId="13244"/>
          <ac:spMkLst>
            <pc:docMk/>
            <pc:sldMk cId="1142314968" sldId="260"/>
            <ac:spMk id="4" creationId="{335007C3-B7FF-BD89-78C7-03553739AFDD}"/>
          </ac:spMkLst>
        </pc:spChg>
        <pc:spChg chg="mod ord">
          <ac:chgData name="Charles L." userId="ea0cd9429cdefcd6" providerId="LiveId" clId="{6078B1BA-8DF8-4B4F-942F-CFB8BEF9FF2C}" dt="2025-11-19T05:36:42.411" v="1474" actId="13244"/>
          <ac:spMkLst>
            <pc:docMk/>
            <pc:sldMk cId="1142314968" sldId="260"/>
            <ac:spMk id="5" creationId="{DDD53BE8-FCAE-2062-F78A-F5F83D003B2F}"/>
          </ac:spMkLst>
        </pc:spChg>
        <pc:spChg chg="mod">
          <ac:chgData name="Charles L." userId="ea0cd9429cdefcd6" providerId="LiveId" clId="{6078B1BA-8DF8-4B4F-942F-CFB8BEF9FF2C}" dt="2025-11-19T05:34:33.372" v="1464" actId="962"/>
          <ac:spMkLst>
            <pc:docMk/>
            <pc:sldMk cId="1142314968" sldId="260"/>
            <ac:spMk id="6" creationId="{277480E5-9495-941D-56D4-14EBB1D5AC7D}"/>
          </ac:spMkLst>
        </pc:spChg>
        <pc:spChg chg="mod ord">
          <ac:chgData name="Charles L." userId="ea0cd9429cdefcd6" providerId="LiveId" clId="{6078B1BA-8DF8-4B4F-942F-CFB8BEF9FF2C}" dt="2025-11-19T05:36:11.785" v="1470" actId="13244"/>
          <ac:spMkLst>
            <pc:docMk/>
            <pc:sldMk cId="1142314968" sldId="260"/>
            <ac:spMk id="7" creationId="{D22EF264-28EE-084A-D018-1E97D4E69DDE}"/>
          </ac:spMkLst>
        </pc:spChg>
        <pc:spChg chg="add mod ord">
          <ac:chgData name="Charles L." userId="ea0cd9429cdefcd6" providerId="LiveId" clId="{6078B1BA-8DF8-4B4F-942F-CFB8BEF9FF2C}" dt="2025-11-19T05:36:39.365" v="1473" actId="13244"/>
          <ac:spMkLst>
            <pc:docMk/>
            <pc:sldMk cId="1142314968" sldId="260"/>
            <ac:spMk id="8" creationId="{69924215-67AC-6523-A730-3E8E17603EEA}"/>
          </ac:spMkLst>
        </pc:spChg>
        <pc:spChg chg="add mod ord">
          <ac:chgData name="Charles L." userId="ea0cd9429cdefcd6" providerId="LiveId" clId="{6078B1BA-8DF8-4B4F-942F-CFB8BEF9FF2C}" dt="2025-11-19T05:37:03.626" v="1475" actId="13244"/>
          <ac:spMkLst>
            <pc:docMk/>
            <pc:sldMk cId="1142314968" sldId="260"/>
            <ac:spMk id="9" creationId="{C8163026-B6A7-9273-9C13-13880D624EF0}"/>
          </ac:spMkLst>
        </pc:spChg>
        <pc:spChg chg="add mod">
          <ac:chgData name="Charles L." userId="ea0cd9429cdefcd6" providerId="LiveId" clId="{6078B1BA-8DF8-4B4F-942F-CFB8BEF9FF2C}" dt="2025-11-19T05:32:50.094" v="1459" actId="962"/>
          <ac:spMkLst>
            <pc:docMk/>
            <pc:sldMk cId="1142314968" sldId="260"/>
            <ac:spMk id="10" creationId="{654ECE57-9F0E-1B31-2911-5C68BEC67B7A}"/>
          </ac:spMkLst>
        </pc:spChg>
        <pc:picChg chg="mod">
          <ac:chgData name="Charles L." userId="ea0cd9429cdefcd6" providerId="LiveId" clId="{6078B1BA-8DF8-4B4F-942F-CFB8BEF9FF2C}" dt="2025-11-19T05:33:48.548" v="1462" actId="962"/>
          <ac:picMkLst>
            <pc:docMk/>
            <pc:sldMk cId="1142314968" sldId="260"/>
            <ac:picMk id="3" creationId="{5C725E88-D9C9-F41C-5D7B-9721D9851891}"/>
          </ac:picMkLst>
        </pc:picChg>
      </pc:sldChg>
    </pc:docChg>
  </pc:docChgLst>
  <pc:docChgLst>
    <pc:chgData name="Charles Lakes II" userId="6060ee59-fae7-453e-b1ca-dcd95803b471" providerId="ADAL" clId="{6078B1BA-8DF8-4B4F-942F-CFB8BEF9FF2C}"/>
    <pc:docChg chg="undo redo custSel modSld">
      <pc:chgData name="Charles Lakes II" userId="6060ee59-fae7-453e-b1ca-dcd95803b471" providerId="ADAL" clId="{6078B1BA-8DF8-4B4F-942F-CFB8BEF9FF2C}" dt="2025-11-04T01:38:40.167" v="18" actId="1582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EA1F-E24F-5AD2-BCFE-DC0362B13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D4664-729A-9BC0-96C7-6F97F5CD4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5531F-307D-6BD6-3F97-5F67A35F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1DC4D-0468-3F6F-BEEF-600E2EDD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E83B-AE08-9095-72B9-0517E4E6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6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841B-AF3C-F6F1-A9AA-B37C01C6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79D7-FE1B-F294-24EA-65F9C4449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8D58-4693-2EC6-17CE-A483BF80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98CE3-6727-1A1B-F52A-0670786E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1783D-983E-E565-BBFB-7860B39A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5D21-23C2-38D8-E35F-5B425028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EE40D-BC3A-2730-CB9E-A87903598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4658F-1463-DECD-29ED-95579067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09F19-F03E-F8E4-461E-F9643336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7D84-F94B-A852-D300-C13FD854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7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1EE1-36B3-4412-CAE6-89AA5BCE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0DA7-AE7A-34DB-124D-D7DCBF1C5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326D5-ECF3-494C-662A-334F875E1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DEA7A-E36D-2187-B20E-EFFE997F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7F279-316B-CA27-047C-59ACDE74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4A202-F4B8-BBB2-4C5D-7F75E15F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5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CAB6-2DF8-371A-4295-C2ABBEE1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61D27-9B97-7282-5835-F851D8F22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5EAB5-A4B7-3912-183F-15CE2D842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55D22-D381-4673-C73B-C8DE44120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FED4B-DD44-D130-CB9F-F5F62623F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AC141-A2DA-3540-9013-A4B6E485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BAF4B7-37C9-40F4-4A30-BDCC0DF4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39601-9839-FCF1-8C90-2F03683F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8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F537-E63E-3E16-B365-FC9FCD1C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4B3D2-088C-4DE7-407F-16996903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CC2D4-6C5B-131B-0642-6B1DE8E4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0D4F4-7829-638C-E978-CEA0615E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CAD62-4A62-7168-2149-CF354C50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6A210-FB48-1841-44B7-04038D4D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F69D2-EB6D-AF10-6D0F-54B792C6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4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BB6B-D9B1-EC17-B7CB-5140E0C7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E820B-65F7-7B8A-E181-FC81D1C6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58CC2-BABE-AFAA-4E62-0BA11656F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2CF91-2905-ED50-B91C-1A4D3D64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805B9-4EDE-6B9F-0791-61EF29A5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715C3-FEF0-2D53-7781-C8CEA16B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922F-CCAA-8EFE-5086-C019F949C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F2C35-F36E-C00E-416A-942DDA0F8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10E46-BFD8-CB2E-9D01-14584CA07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C6242-3E2D-E37D-CED3-E40D7F62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179B8-8C11-27B7-50F2-6B364C28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33EE2-1EF3-5BED-71D2-9E98F7A8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4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D2C3-7507-5CB2-3C5B-9A4820BC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27A7-6EA7-E9E9-531D-A60AC24FF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7F45-E8AE-7EFB-65A9-9F822C8C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409DD-8956-35E2-391D-78501939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D51C3-01F2-C7CA-EC78-EB4F274B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7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6008-9BD5-D973-8A50-48D656878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EF041-A416-BE07-2FCC-46DAD6912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257F-04B8-BA2F-2F06-36D8023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41CF-C639-6D08-6990-6234FDFF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91585-26AB-07DD-B18D-2B5922D7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2458C-DE88-8CD4-4F5C-8876F873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B6070-0230-CD63-E371-A938D8366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8CA6-5D90-A63C-EEAF-29EF06F6C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40B6A-1A02-4C6E-A6B6-AAC2B5613FF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12A1F-6E50-E90B-F04C-23D34FE21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A61E9-A642-6C00-3069-1BE5D4271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E341-28D1-3DD8-6288-5215D9F3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n air sign with the light on">
            <a:extLst>
              <a:ext uri="{FF2B5EF4-FFF2-40B4-BE49-F238E27FC236}">
                <a16:creationId xmlns:a16="http://schemas.microsoft.com/office/drawing/2014/main" id="{112411BD-A6CA-FA03-BC27-8FDA79D9D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150" y="120648"/>
            <a:ext cx="10273699" cy="66167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D11E7C-A96D-AFE9-2C52-22E98070B23A}"/>
              </a:ext>
            </a:extLst>
          </p:cNvPr>
          <p:cNvSpPr/>
          <p:nvPr/>
        </p:nvSpPr>
        <p:spPr>
          <a:xfrm>
            <a:off x="2223547" y="1761567"/>
            <a:ext cx="274320" cy="45720"/>
          </a:xfrm>
          <a:prstGeom prst="rect">
            <a:avLst/>
          </a:prstGeom>
          <a:gradFill flip="none" rotWithShape="1">
            <a:gsLst>
              <a:gs pos="14000">
                <a:srgbClr val="064461"/>
              </a:gs>
              <a:gs pos="0">
                <a:schemeClr val="accent1">
                  <a:shade val="30000"/>
                  <a:satMod val="115000"/>
                </a:schemeClr>
              </a:gs>
              <a:gs pos="43000">
                <a:srgbClr val="0B5B7F"/>
              </a:gs>
              <a:gs pos="29000">
                <a:schemeClr val="accent1">
                  <a:shade val="67500"/>
                  <a:satMod val="115000"/>
                </a:schemeClr>
              </a:gs>
              <a:gs pos="100000">
                <a:schemeClr val="bg1">
                  <a:lumMod val="95000"/>
                </a:schemeClr>
              </a:gs>
              <a:gs pos="57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5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27 0.00277 L 0.6099 -0.00024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9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99 -0.00024 L 0.62305 -0.00024 C 0.62917 -0.00024 0.63659 0.01712 0.63659 0.03171 L 0.63659 0.06388 " pathEditMode="relative" rAng="0" ptsTypes="AAAA">
                                      <p:cBhvr>
                                        <p:cTn id="1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8" y="31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3659 0.0699 L 0.63724 0.43865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pat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3724 0.43865 L 0.63724 0.46458 C 0.63724 0.47592 0.62839 0.4905 0.62109 0.4905 L 0.60495 0.4905 " pathEditMode="relative" rAng="5400000" ptsTypes="AAAA">
                                      <p:cBhvr>
                                        <p:cTn id="2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5" y="259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pat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966 0.48958 L -0.00221 0.48472 " pathEditMode="relative" rAng="0" ptsTypes="AA">
                                      <p:cBhvr>
                                        <p:cTn id="2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094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7" presetClass="pat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0.48472 L -0.01615 0.48472 C -0.02253 0.48472 -0.03008 0.46296 -0.03008 0.44513 L -0.03008 0.40555 " pathEditMode="relative" rAng="16200000" ptsTypes="AAAA">
                                      <p:cBhvr>
                                        <p:cTn id="3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3" y="-395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8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3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4" presetClass="path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08 0.40555 L -0.02539 0.04745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-1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7" presetClass="path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69 0.04166 L -0.02669 0.02199 C -0.02669 0.01319 -0.01341 0.00277 -0.00234 0.00277 L 0.02227 0.00277 " pathEditMode="relative" rAng="0" ptsTypes="AAAA">
                                      <p:cBhvr>
                                        <p:cTn id="4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-194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8" presetClass="emph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2" grpId="4" animBg="1"/>
      <p:bldP spid="2" grpId="5" animBg="1"/>
      <p:bldP spid="2" grpId="6" animBg="1"/>
      <p:bldP spid="2" grpId="7" animBg="1"/>
      <p:bldP spid="2" grpId="8" animBg="1"/>
      <p:bldP spid="2" grpId="9" animBg="1"/>
      <p:bldP spid="2" grpId="10" animBg="1"/>
      <p:bldP spid="2" grpId="1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Lakes II</dc:creator>
  <cp:lastModifiedBy>Charles Lakes II</cp:lastModifiedBy>
  <cp:revision>1</cp:revision>
  <dcterms:created xsi:type="dcterms:W3CDTF">2025-11-02T19:17:44Z</dcterms:created>
  <dcterms:modified xsi:type="dcterms:W3CDTF">2025-11-20T01:59:46Z</dcterms:modified>
</cp:coreProperties>
</file>