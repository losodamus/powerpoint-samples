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101E8-7DFF-4BB6-85D0-A7DC0503E864}" v="114" dt="2025-11-12T05:42:39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88" y="4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L." userId="ea0cd9429cdefcd6" providerId="LiveId" clId="{6078B1BA-8DF8-4B4F-942F-CFB8BEF9FF2C}"/>
    <pc:docChg chg="undo custSel addSld delSld modSld">
      <pc:chgData name="Charles L." userId="ea0cd9429cdefcd6" providerId="LiveId" clId="{6078B1BA-8DF8-4B4F-942F-CFB8BEF9FF2C}" dt="2025-11-12T05:43:26.136" v="197" actId="2085"/>
      <pc:docMkLst>
        <pc:docMk/>
      </pc:docMkLst>
      <pc:sldChg chg="addSp delSp modSp mod modAnim">
        <pc:chgData name="Charles L." userId="ea0cd9429cdefcd6" providerId="LiveId" clId="{6078B1BA-8DF8-4B4F-942F-CFB8BEF9FF2C}" dt="2025-11-12T05:43:26.136" v="197" actId="2085"/>
        <pc:sldMkLst>
          <pc:docMk/>
          <pc:sldMk cId="1172561884" sldId="256"/>
        </pc:sldMkLst>
        <pc:spChg chg="add mod ord">
          <ac:chgData name="Charles L." userId="ea0cd9429cdefcd6" providerId="LiveId" clId="{6078B1BA-8DF8-4B4F-942F-CFB8BEF9FF2C}" dt="2025-11-12T05:40:42.916" v="184" actId="2085"/>
          <ac:spMkLst>
            <pc:docMk/>
            <pc:sldMk cId="1172561884" sldId="256"/>
            <ac:spMk id="2" creationId="{F6133482-1CF1-689C-551E-A2C29C29FA8D}"/>
          </ac:spMkLst>
        </pc:spChg>
        <pc:spChg chg="mod">
          <ac:chgData name="Charles L." userId="ea0cd9429cdefcd6" providerId="LiveId" clId="{6078B1BA-8DF8-4B4F-942F-CFB8BEF9FF2C}" dt="2025-11-12T05:43:26.136" v="197" actId="2085"/>
          <ac:spMkLst>
            <pc:docMk/>
            <pc:sldMk cId="1172561884" sldId="256"/>
            <ac:spMk id="7" creationId="{BBB93D11-0D65-C14C-79DD-6B7F034DEDE4}"/>
          </ac:spMkLst>
        </pc:spChg>
      </pc:sldChg>
    </pc:docChg>
  </pc:docChgLst>
  <pc:docChgLst>
    <pc:chgData name="Charles Lakes II" userId="6060ee59-fae7-453e-b1ca-dcd95803b471" providerId="ADAL" clId="{6078B1BA-8DF8-4B4F-942F-CFB8BEF9FF2C}"/>
    <pc:docChg chg="undo redo custSel modSld">
      <pc:chgData name="Charles Lakes II" userId="6060ee59-fae7-453e-b1ca-dcd95803b471" providerId="ADAL" clId="{6078B1BA-8DF8-4B4F-942F-CFB8BEF9FF2C}" dt="2025-11-04T01:38:40.167" v="18" actId="1582"/>
      <pc:docMkLst>
        <pc:docMk/>
      </pc:docMkLst>
      <pc:sldChg chg="delSp modSp mod modAnim">
        <pc:chgData name="Charles Lakes II" userId="6060ee59-fae7-453e-b1ca-dcd95803b471" providerId="ADAL" clId="{6078B1BA-8DF8-4B4F-942F-CFB8BEF9FF2C}" dt="2025-11-04T01:38:40.167" v="18" actId="1582"/>
        <pc:sldMkLst>
          <pc:docMk/>
          <pc:sldMk cId="1172561884" sldId="256"/>
        </pc:sldMkLst>
        <pc:spChg chg="mod">
          <ac:chgData name="Charles Lakes II" userId="6060ee59-fae7-453e-b1ca-dcd95803b471" providerId="ADAL" clId="{6078B1BA-8DF8-4B4F-942F-CFB8BEF9FF2C}" dt="2025-11-04T01:38:40.167" v="18" actId="1582"/>
          <ac:spMkLst>
            <pc:docMk/>
            <pc:sldMk cId="1172561884" sldId="256"/>
            <ac:spMk id="7" creationId="{BBB93D11-0D65-C14C-79DD-6B7F034DED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EA1F-E24F-5AD2-BCFE-DC0362B13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D4664-729A-9BC0-96C7-6F97F5CD4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5531F-307D-6BD6-3F97-5F67A35F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1DC4D-0468-3F6F-BEEF-600E2EDDC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7E83B-AE08-9095-72B9-0517E4E6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6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841B-AF3C-F6F1-A9AA-B37C01C6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79D7-FE1B-F294-24EA-65F9C4449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F8D58-4693-2EC6-17CE-A483BF80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98CE3-6727-1A1B-F52A-0670786E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1783D-983E-E565-BBFB-7860B39A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5D21-23C2-38D8-E35F-5B425028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EE40D-BC3A-2730-CB9E-A87903598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4658F-1463-DECD-29ED-95579067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09F19-F03E-F8E4-461E-F9643336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7D84-F94B-A852-D300-C13FD854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7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1EE1-36B3-4412-CAE6-89AA5BCE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0DA7-AE7A-34DB-124D-D7DCBF1C5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326D5-ECF3-494C-662A-334F875E1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DEA7A-E36D-2187-B20E-EFFE997F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7F279-316B-CA27-047C-59ACDE74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4A202-F4B8-BBB2-4C5D-7F75E15F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5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CAB6-2DF8-371A-4295-C2ABBEE1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61D27-9B97-7282-5835-F851D8F22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5EAB5-A4B7-3912-183F-15CE2D842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55D22-D381-4673-C73B-C8DE44120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FED4B-DD44-D130-CB9F-F5F62623F6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AC141-A2DA-3540-9013-A4B6E4852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BAF4B7-37C9-40F4-4A30-BDCC0DF4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39601-9839-FCF1-8C90-2F03683F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8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F537-E63E-3E16-B365-FC9FCD1C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4B3D2-088C-4DE7-407F-16996903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CC2D4-6C5B-131B-0642-6B1DE8E4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0D4F4-7829-638C-E978-CEA0615E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5CAD62-4A62-7168-2149-CF354C50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6A210-FB48-1841-44B7-04038D4D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F69D2-EB6D-AF10-6D0F-54B792C6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4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BB6B-D9B1-EC17-B7CB-5140E0C75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E820B-65F7-7B8A-E181-FC81D1C6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58CC2-BABE-AFAA-4E62-0BA11656F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2CF91-2905-ED50-B91C-1A4D3D64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805B9-4EDE-6B9F-0791-61EF29A5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715C3-FEF0-2D53-7781-C8CEA16B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922F-CCAA-8EFE-5086-C019F949C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F2C35-F36E-C00E-416A-942DDA0F8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10E46-BFD8-CB2E-9D01-14584CA07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C6242-3E2D-E37D-CED3-E40D7F62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179B8-8C11-27B7-50F2-6B364C28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33EE2-1EF3-5BED-71D2-9E98F7A8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4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D2C3-7507-5CB2-3C5B-9A4820BC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B27A7-6EA7-E9E9-531D-A60AC24FF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37F45-E8AE-7EFB-65A9-9F822C8C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409DD-8956-35E2-391D-78501939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D51C3-01F2-C7CA-EC78-EB4F274B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7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6008-9BD5-D973-8A50-48D656878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EF041-A416-BE07-2FCC-46DAD6912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8257F-04B8-BA2F-2F06-36D80237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941CF-C639-6D08-6990-6234FDFF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91585-26AB-07DD-B18D-2B5922D7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2458C-DE88-8CD4-4F5C-8876F873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B6070-0230-CD63-E371-A938D8366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18CA6-5D90-A63C-EEAF-29EF06F6C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40B6A-1A02-4C6E-A6B6-AAC2B5613FF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12A1F-6E50-E90B-F04C-23D34FE21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A61E9-A642-6C00-3069-1BE5D4271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2C994-39A7-4AE3-95C7-63BF0349B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noloran/641931694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133482-1CF1-689C-551E-A2C29C29FA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a manual transmission&#10;&#10;AI-generated content may be incorrect.">
            <a:extLst>
              <a:ext uri="{FF2B5EF4-FFF2-40B4-BE49-F238E27FC236}">
                <a16:creationId xmlns:a16="http://schemas.microsoft.com/office/drawing/2014/main" id="{05EAB35C-3F88-8B02-6F28-123DD7015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78099" y="-1139892"/>
            <a:ext cx="6858000" cy="914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01018-7A09-C290-6BF7-753F6E96C58A}"/>
              </a:ext>
            </a:extLst>
          </p:cNvPr>
          <p:cNvSpPr txBox="1"/>
          <p:nvPr/>
        </p:nvSpPr>
        <p:spPr>
          <a:xfrm>
            <a:off x="2911853" y="6027489"/>
            <a:ext cx="6400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flickr.com/photos/noloran/641931694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B93D11-0D65-C14C-79DD-6B7F034DEDE4}"/>
              </a:ext>
            </a:extLst>
          </p:cNvPr>
          <p:cNvSpPr/>
          <p:nvPr/>
        </p:nvSpPr>
        <p:spPr>
          <a:xfrm>
            <a:off x="4735490" y="2809050"/>
            <a:ext cx="365760" cy="365760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6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1.11111E-6 L 0.00768 0.1333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68 0.13333 L 0.00507 0.0747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" y="-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7 0.07477 L 0.10781 0.06389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0" y="-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4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781 0.06389 L 0.1039 0.00208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" y="-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39 0.00208 L 0.11028 0.12176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3" y="5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28 0.12176 L 0.10781 0.06389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" y="-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781 0.06389 L 0.20546 0.06389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546 0.06389 L 0.20351 0.00301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351 0.00301 L 0.20547 0.06389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" y="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546 0.06389 L 0.00507 0.07477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path" presetSubtype="0" accel="50000" decel="5000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7 0.07477 L 4.58333E-6 2.96296E-6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-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Lakes II</dc:creator>
  <cp:lastModifiedBy>Charles Lakes II</cp:lastModifiedBy>
  <cp:revision>1</cp:revision>
  <dcterms:created xsi:type="dcterms:W3CDTF">2025-11-02T19:17:44Z</dcterms:created>
  <dcterms:modified xsi:type="dcterms:W3CDTF">2025-11-12T05:43:35Z</dcterms:modified>
</cp:coreProperties>
</file>