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1" r:id="rId3"/>
    <p:sldId id="264" r:id="rId4"/>
    <p:sldId id="260" r:id="rId5"/>
    <p:sldId id="262" r:id="rId6"/>
    <p:sldId id="265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50D9A38-9B93-43D9-8A3E-70DCD9BF5EA6}" v="457" dt="2025-11-15T16:39:40.3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03" autoAdjust="0"/>
    <p:restoredTop sz="94660"/>
  </p:normalViewPr>
  <p:slideViewPr>
    <p:cSldViewPr snapToGrid="0" showGuides="1">
      <p:cViewPr>
        <p:scale>
          <a:sx n="100" d="100"/>
          <a:sy n="100" d="100"/>
        </p:scale>
        <p:origin x="-752" y="-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rles L." userId="ea0cd9429cdefcd6" providerId="LiveId" clId="{6078B1BA-8DF8-4B4F-942F-CFB8BEF9FF2C}"/>
    <pc:docChg chg="undo redo custSel addSld delSld modSld sldOrd">
      <pc:chgData name="Charles L." userId="ea0cd9429cdefcd6" providerId="LiveId" clId="{6078B1BA-8DF8-4B4F-942F-CFB8BEF9FF2C}" dt="2025-11-15T16:39:40.372" v="3476"/>
      <pc:docMkLst>
        <pc:docMk/>
      </pc:docMkLst>
      <pc:sldChg chg="addSp delSp modSp new del mod modAnim">
        <pc:chgData name="Charles L." userId="ea0cd9429cdefcd6" providerId="LiveId" clId="{6078B1BA-8DF8-4B4F-942F-CFB8BEF9FF2C}" dt="2025-11-14T04:54:51.459" v="750" actId="2696"/>
        <pc:sldMkLst>
          <pc:docMk/>
          <pc:sldMk cId="1365634326" sldId="258"/>
        </pc:sldMkLst>
        <pc:spChg chg="add mod">
          <ac:chgData name="Charles L." userId="ea0cd9429cdefcd6" providerId="LiveId" clId="{6078B1BA-8DF8-4B4F-942F-CFB8BEF9FF2C}" dt="2025-11-14T04:19:00.108" v="372" actId="1076"/>
          <ac:spMkLst>
            <pc:docMk/>
            <pc:sldMk cId="1365634326" sldId="258"/>
            <ac:spMk id="2" creationId="{4EAE5D2C-37A2-803A-42B3-A06F1EA43861}"/>
          </ac:spMkLst>
        </pc:spChg>
        <pc:spChg chg="add mod">
          <ac:chgData name="Charles L." userId="ea0cd9429cdefcd6" providerId="LiveId" clId="{6078B1BA-8DF8-4B4F-942F-CFB8BEF9FF2C}" dt="2025-11-14T04:32:02.660" v="450" actId="1036"/>
          <ac:spMkLst>
            <pc:docMk/>
            <pc:sldMk cId="1365634326" sldId="258"/>
            <ac:spMk id="4" creationId="{F97987FB-2061-5774-44B4-B24CF7CAC08B}"/>
          </ac:spMkLst>
        </pc:spChg>
        <pc:picChg chg="add mod">
          <ac:chgData name="Charles L." userId="ea0cd9429cdefcd6" providerId="LiveId" clId="{6078B1BA-8DF8-4B4F-942F-CFB8BEF9FF2C}" dt="2025-11-14T04:25:52.768" v="384" actId="1076"/>
          <ac:picMkLst>
            <pc:docMk/>
            <pc:sldMk cId="1365634326" sldId="258"/>
            <ac:picMk id="3" creationId="{1F05F804-1BBE-91FD-D324-1089B3552F31}"/>
          </ac:picMkLst>
        </pc:picChg>
        <pc:cxnChg chg="add del mod">
          <ac:chgData name="Charles L." userId="ea0cd9429cdefcd6" providerId="LiveId" clId="{6078B1BA-8DF8-4B4F-942F-CFB8BEF9FF2C}" dt="2025-11-14T04:14:40.712" v="272" actId="478"/>
          <ac:cxnSpMkLst>
            <pc:docMk/>
            <pc:sldMk cId="1365634326" sldId="258"/>
            <ac:cxnSpMk id="5" creationId="{6FE9F7D6-4F51-B222-A930-BBA9734DB488}"/>
          </ac:cxnSpMkLst>
        </pc:cxnChg>
      </pc:sldChg>
      <pc:sldChg chg="addSp delSp modSp new mod modTransition delAnim modAnim">
        <pc:chgData name="Charles L." userId="ea0cd9429cdefcd6" providerId="LiveId" clId="{6078B1BA-8DF8-4B4F-942F-CFB8BEF9FF2C}" dt="2025-11-15T16:30:41.798" v="3324" actId="21"/>
        <pc:sldMkLst>
          <pc:docMk/>
          <pc:sldMk cId="3610925125" sldId="259"/>
        </pc:sldMkLst>
        <pc:spChg chg="add mod ord modVis">
          <ac:chgData name="Charles L." userId="ea0cd9429cdefcd6" providerId="LiveId" clId="{6078B1BA-8DF8-4B4F-942F-CFB8BEF9FF2C}" dt="2025-11-15T04:19:22.781" v="3163" actId="14430"/>
          <ac:spMkLst>
            <pc:docMk/>
            <pc:sldMk cId="3610925125" sldId="259"/>
            <ac:spMk id="2" creationId="{6501F66B-2CB7-1CAB-7C92-AF1790DA3FF2}"/>
          </ac:spMkLst>
        </pc:spChg>
        <pc:spChg chg="add del mod">
          <ac:chgData name="Charles L." userId="ea0cd9429cdefcd6" providerId="LiveId" clId="{6078B1BA-8DF8-4B4F-942F-CFB8BEF9FF2C}" dt="2025-11-14T05:00:26.834" v="1089"/>
          <ac:spMkLst>
            <pc:docMk/>
            <pc:sldMk cId="3610925125" sldId="259"/>
            <ac:spMk id="4" creationId="{49ACDB3E-FD25-B4CE-97AF-0ABB7C7D0E6C}"/>
          </ac:spMkLst>
        </pc:spChg>
        <pc:spChg chg="add mod ord modVis">
          <ac:chgData name="Charles L." userId="ea0cd9429cdefcd6" providerId="LiveId" clId="{6078B1BA-8DF8-4B4F-942F-CFB8BEF9FF2C}" dt="2025-11-15T04:19:23.915" v="3164" actId="14430"/>
          <ac:spMkLst>
            <pc:docMk/>
            <pc:sldMk cId="3610925125" sldId="259"/>
            <ac:spMk id="4" creationId="{EDB948DC-A87D-506B-5502-F1D3AACD435B}"/>
          </ac:spMkLst>
        </pc:spChg>
        <pc:spChg chg="add del mod">
          <ac:chgData name="Charles L." userId="ea0cd9429cdefcd6" providerId="LiveId" clId="{6078B1BA-8DF8-4B4F-942F-CFB8BEF9FF2C}" dt="2025-11-14T05:00:26.834" v="1089"/>
          <ac:spMkLst>
            <pc:docMk/>
            <pc:sldMk cId="3610925125" sldId="259"/>
            <ac:spMk id="5" creationId="{A06027F2-8EF3-2F0C-9A59-1D70FBFEDAD7}"/>
          </ac:spMkLst>
        </pc:spChg>
        <pc:spChg chg="add mod ord modVis">
          <ac:chgData name="Charles L." userId="ea0cd9429cdefcd6" providerId="LiveId" clId="{6078B1BA-8DF8-4B4F-942F-CFB8BEF9FF2C}" dt="2025-11-15T04:19:26.499" v="3165" actId="14430"/>
          <ac:spMkLst>
            <pc:docMk/>
            <pc:sldMk cId="3610925125" sldId="259"/>
            <ac:spMk id="5" creationId="{B535E4E0-F480-15C2-1360-282B9E405B6A}"/>
          </ac:spMkLst>
        </pc:spChg>
        <pc:spChg chg="mod">
          <ac:chgData name="Charles L." userId="ea0cd9429cdefcd6" providerId="LiveId" clId="{6078B1BA-8DF8-4B4F-942F-CFB8BEF9FF2C}" dt="2025-11-14T04:53:33.566" v="749"/>
          <ac:spMkLst>
            <pc:docMk/>
            <pc:sldMk cId="3610925125" sldId="259"/>
            <ac:spMk id="6" creationId="{CDF3D7B7-48C8-1792-E0E9-725AD37E99C4}"/>
          </ac:spMkLst>
        </pc:spChg>
        <pc:spChg chg="add del mod">
          <ac:chgData name="Charles L." userId="ea0cd9429cdefcd6" providerId="LiveId" clId="{6078B1BA-8DF8-4B4F-942F-CFB8BEF9FF2C}" dt="2025-11-15T16:30:41.798" v="3324" actId="21"/>
          <ac:spMkLst>
            <pc:docMk/>
            <pc:sldMk cId="3610925125" sldId="259"/>
            <ac:spMk id="6" creationId="{F68E64B9-FC91-FF71-1DBA-7C5DE8FB94EE}"/>
          </ac:spMkLst>
        </pc:spChg>
        <pc:spChg chg="mod">
          <ac:chgData name="Charles L." userId="ea0cd9429cdefcd6" providerId="LiveId" clId="{6078B1BA-8DF8-4B4F-942F-CFB8BEF9FF2C}" dt="2025-11-14T04:56:15.343" v="752"/>
          <ac:spMkLst>
            <pc:docMk/>
            <pc:sldMk cId="3610925125" sldId="259"/>
            <ac:spMk id="7" creationId="{2F7529BF-AC88-3105-C630-9C1F6943581F}"/>
          </ac:spMkLst>
        </pc:spChg>
        <pc:spChg chg="del mod">
          <ac:chgData name="Charles L." userId="ea0cd9429cdefcd6" providerId="LiveId" clId="{6078B1BA-8DF8-4B4F-942F-CFB8BEF9FF2C}" dt="2025-11-15T03:08:37.123" v="1485" actId="478"/>
          <ac:spMkLst>
            <pc:docMk/>
            <pc:sldMk cId="3610925125" sldId="259"/>
            <ac:spMk id="8" creationId="{0D4653A9-DB23-5783-948D-9768DED484D3}"/>
          </ac:spMkLst>
        </pc:spChg>
        <pc:spChg chg="add del mod">
          <ac:chgData name="Charles L." userId="ea0cd9429cdefcd6" providerId="LiveId" clId="{6078B1BA-8DF8-4B4F-942F-CFB8BEF9FF2C}" dt="2025-11-15T03:08:30.084" v="1471" actId="11529"/>
          <ac:spMkLst>
            <pc:docMk/>
            <pc:sldMk cId="3610925125" sldId="259"/>
            <ac:spMk id="9" creationId="{53BEBA3B-6DC7-7B48-5CCA-6851565157E8}"/>
          </ac:spMkLst>
        </pc:spChg>
        <pc:spChg chg="add del mod">
          <ac:chgData name="Charles L." userId="ea0cd9429cdefcd6" providerId="LiveId" clId="{6078B1BA-8DF8-4B4F-942F-CFB8BEF9FF2C}" dt="2025-11-15T03:13:12.701" v="2388"/>
          <ac:spMkLst>
            <pc:docMk/>
            <pc:sldMk cId="3610925125" sldId="259"/>
            <ac:spMk id="10" creationId="{D5D95EB2-3754-CDD2-B38A-00CB1ED61876}"/>
          </ac:spMkLst>
        </pc:spChg>
        <pc:spChg chg="add del mod">
          <ac:chgData name="Charles L." userId="ea0cd9429cdefcd6" providerId="LiveId" clId="{6078B1BA-8DF8-4B4F-942F-CFB8BEF9FF2C}" dt="2025-11-15T03:13:12.701" v="2388"/>
          <ac:spMkLst>
            <pc:docMk/>
            <pc:sldMk cId="3610925125" sldId="259"/>
            <ac:spMk id="11" creationId="{BC3397D7-0BEE-F17F-0019-F2629285F5F2}"/>
          </ac:spMkLst>
        </pc:spChg>
        <pc:spChg chg="del mod">
          <ac:chgData name="Charles L." userId="ea0cd9429cdefcd6" providerId="LiveId" clId="{6078B1BA-8DF8-4B4F-942F-CFB8BEF9FF2C}" dt="2025-11-15T16:24:20.303" v="3260" actId="478"/>
          <ac:spMkLst>
            <pc:docMk/>
            <pc:sldMk cId="3610925125" sldId="259"/>
            <ac:spMk id="12" creationId="{6C1EAE3D-E8D2-C5C6-0722-39B4AF066612}"/>
          </ac:spMkLst>
        </pc:spChg>
        <pc:picChg chg="add mod modVis">
          <ac:chgData name="Charles L." userId="ea0cd9429cdefcd6" providerId="LiveId" clId="{6078B1BA-8DF8-4B4F-942F-CFB8BEF9FF2C}" dt="2025-11-15T04:19:28.999" v="3167" actId="14429"/>
          <ac:picMkLst>
            <pc:docMk/>
            <pc:sldMk cId="3610925125" sldId="259"/>
            <ac:picMk id="3" creationId="{E3E3FC8E-3CD3-90EF-96A1-9617DC4A711C}"/>
          </ac:picMkLst>
        </pc:picChg>
      </pc:sldChg>
      <pc:sldChg chg="addSp modSp add mod modTransition">
        <pc:chgData name="Charles L." userId="ea0cd9429cdefcd6" providerId="LiveId" clId="{6078B1BA-8DF8-4B4F-942F-CFB8BEF9FF2C}" dt="2025-11-15T16:39:31.378" v="3475"/>
        <pc:sldMkLst>
          <pc:docMk/>
          <pc:sldMk cId="407125707" sldId="260"/>
        </pc:sldMkLst>
        <pc:spChg chg="mod modVis">
          <ac:chgData name="Charles L." userId="ea0cd9429cdefcd6" providerId="LiveId" clId="{6078B1BA-8DF8-4B4F-942F-CFB8BEF9FF2C}" dt="2025-11-15T16:33:26.221" v="3445" actId="14430"/>
          <ac:spMkLst>
            <pc:docMk/>
            <pc:sldMk cId="407125707" sldId="260"/>
            <ac:spMk id="2" creationId="{86B8CF08-374A-B36A-BF54-D36EE1240854}"/>
          </ac:spMkLst>
        </pc:spChg>
        <pc:spChg chg="add mod modVis">
          <ac:chgData name="Charles L." userId="ea0cd9429cdefcd6" providerId="LiveId" clId="{6078B1BA-8DF8-4B4F-942F-CFB8BEF9FF2C}" dt="2025-11-15T16:35:04.134" v="3451" actId="14430"/>
          <ac:spMkLst>
            <pc:docMk/>
            <pc:sldMk cId="407125707" sldId="260"/>
            <ac:spMk id="6" creationId="{AA4B3A59-DC68-A439-3B6E-38A02B722056}"/>
          </ac:spMkLst>
        </pc:spChg>
        <pc:spChg chg="mod">
          <ac:chgData name="Charles L." userId="ea0cd9429cdefcd6" providerId="LiveId" clId="{6078B1BA-8DF8-4B4F-942F-CFB8BEF9FF2C}" dt="2025-11-15T16:37:05.237" v="3461" actId="962"/>
          <ac:spMkLst>
            <pc:docMk/>
            <pc:sldMk cId="407125707" sldId="260"/>
            <ac:spMk id="12" creationId="{9069437F-63ED-BB5E-FE64-B3169229C092}"/>
          </ac:spMkLst>
        </pc:spChg>
      </pc:sldChg>
      <pc:sldChg chg="addSp modSp add mod modTransition">
        <pc:chgData name="Charles L." userId="ea0cd9429cdefcd6" providerId="LiveId" clId="{6078B1BA-8DF8-4B4F-942F-CFB8BEF9FF2C}" dt="2025-11-15T16:35:59.312" v="3457" actId="207"/>
        <pc:sldMkLst>
          <pc:docMk/>
          <pc:sldMk cId="1441927189" sldId="261"/>
        </pc:sldMkLst>
        <pc:spChg chg="add mod">
          <ac:chgData name="Charles L." userId="ea0cd9429cdefcd6" providerId="LiveId" clId="{6078B1BA-8DF8-4B4F-942F-CFB8BEF9FF2C}" dt="2025-11-15T16:27:56.613" v="3315" actId="962"/>
          <ac:spMkLst>
            <pc:docMk/>
            <pc:sldMk cId="1441927189" sldId="261"/>
            <ac:spMk id="6" creationId="{0064F24A-BBB7-3EEB-7F34-30BC14F48901}"/>
          </ac:spMkLst>
        </pc:spChg>
        <pc:spChg chg="add mod">
          <ac:chgData name="Charles L." userId="ea0cd9429cdefcd6" providerId="LiveId" clId="{6078B1BA-8DF8-4B4F-942F-CFB8BEF9FF2C}" dt="2025-11-15T16:35:59.312" v="3457" actId="207"/>
          <ac:spMkLst>
            <pc:docMk/>
            <pc:sldMk cId="1441927189" sldId="261"/>
            <ac:spMk id="7" creationId="{F68E64B9-FC91-FF71-1DBA-7C5DE8FB94EE}"/>
          </ac:spMkLst>
        </pc:spChg>
      </pc:sldChg>
      <pc:sldChg chg="addSp modSp add mod ord modTransition">
        <pc:chgData name="Charles L." userId="ea0cd9429cdefcd6" providerId="LiveId" clId="{6078B1BA-8DF8-4B4F-942F-CFB8BEF9FF2C}" dt="2025-11-15T16:39:40.372" v="3476"/>
        <pc:sldMkLst>
          <pc:docMk/>
          <pc:sldMk cId="3391493741" sldId="262"/>
        </pc:sldMkLst>
        <pc:spChg chg="add mod">
          <ac:chgData name="Charles L." userId="ea0cd9429cdefcd6" providerId="LiveId" clId="{6078B1BA-8DF8-4B4F-942F-CFB8BEF9FF2C}" dt="2025-11-15T16:35:48.823" v="3455" actId="208"/>
          <ac:spMkLst>
            <pc:docMk/>
            <pc:sldMk cId="3391493741" sldId="262"/>
            <ac:spMk id="7" creationId="{EEFD8F3C-3D9F-BA9B-37E2-0A61C108FDF5}"/>
          </ac:spMkLst>
        </pc:spChg>
      </pc:sldChg>
      <pc:sldChg chg="add ord">
        <pc:chgData name="Charles L." userId="ea0cd9429cdefcd6" providerId="LiveId" clId="{6078B1BA-8DF8-4B4F-942F-CFB8BEF9FF2C}" dt="2025-11-15T16:28:53.037" v="3321"/>
        <pc:sldMkLst>
          <pc:docMk/>
          <pc:sldMk cId="2704597796" sldId="263"/>
        </pc:sldMkLst>
      </pc:sldChg>
      <pc:sldChg chg="addSp delSp modSp add mod">
        <pc:chgData name="Charles L." userId="ea0cd9429cdefcd6" providerId="LiveId" clId="{6078B1BA-8DF8-4B4F-942F-CFB8BEF9FF2C}" dt="2025-11-15T16:35:40.795" v="3454" actId="208"/>
        <pc:sldMkLst>
          <pc:docMk/>
          <pc:sldMk cId="3729835666" sldId="264"/>
        </pc:sldMkLst>
        <pc:spChg chg="del">
          <ac:chgData name="Charles L." userId="ea0cd9429cdefcd6" providerId="LiveId" clId="{6078B1BA-8DF8-4B4F-942F-CFB8BEF9FF2C}" dt="2025-11-15T16:35:36.745" v="3453" actId="478"/>
          <ac:spMkLst>
            <pc:docMk/>
            <pc:sldMk cId="3729835666" sldId="264"/>
            <ac:spMk id="7" creationId="{D4179B53-544F-1A7D-9E39-A28542C235A2}"/>
          </ac:spMkLst>
        </pc:spChg>
        <pc:spChg chg="add mod">
          <ac:chgData name="Charles L." userId="ea0cd9429cdefcd6" providerId="LiveId" clId="{6078B1BA-8DF8-4B4F-942F-CFB8BEF9FF2C}" dt="2025-11-15T16:35:40.795" v="3454" actId="208"/>
          <ac:spMkLst>
            <pc:docMk/>
            <pc:sldMk cId="3729835666" sldId="264"/>
            <ac:spMk id="8" creationId="{097D5633-7BEA-9E81-9774-3FA9F7FDFA39}"/>
          </ac:spMkLst>
        </pc:spChg>
      </pc:sldChg>
      <pc:sldChg chg="add ord">
        <pc:chgData name="Charles L." userId="ea0cd9429cdefcd6" providerId="LiveId" clId="{6078B1BA-8DF8-4B4F-942F-CFB8BEF9FF2C}" dt="2025-11-15T16:36:10.629" v="3460"/>
        <pc:sldMkLst>
          <pc:docMk/>
          <pc:sldMk cId="571869906" sldId="265"/>
        </pc:sldMkLst>
      </pc:sldChg>
    </pc:docChg>
  </pc:docChgLst>
  <pc:docChgLst>
    <pc:chgData name="Charles Lakes II" userId="6060ee59-fae7-453e-b1ca-dcd95803b471" providerId="ADAL" clId="{6078B1BA-8DF8-4B4F-942F-CFB8BEF9FF2C}"/>
    <pc:docChg chg="undo redo custSel modSld">
      <pc:chgData name="Charles Lakes II" userId="6060ee59-fae7-453e-b1ca-dcd95803b471" providerId="ADAL" clId="{6078B1BA-8DF8-4B4F-942F-CFB8BEF9FF2C}" dt="2025-11-04T01:38:40.167" v="18" actId="1582"/>
      <pc:docMkLst>
        <pc:docMk/>
      </pc:docMkLst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DEA1F-E24F-5AD2-BCFE-DC0362B138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CD4664-729A-9BC0-96C7-6F97F5CD4E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85531F-307D-6BD6-3F97-5F67A35F5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40B6A-1A02-4C6E-A6B6-AAC2B5613FF5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11DC4D-0468-3F6F-BEEF-600E2EDDC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C7E83B-AE08-9095-72B9-0517E4E64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2C994-39A7-4AE3-95C7-63BF0349B2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4630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6841B-AF3C-F6F1-A9AA-B37C01C67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7779D7-FE1B-F294-24EA-65F9C44492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6F8D58-4693-2EC6-17CE-A483BF80B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40B6A-1A02-4C6E-A6B6-AAC2B5613FF5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698CE3-6727-1A1B-F52A-0670786EF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91783D-983E-E565-BBFB-7860B39A9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2C994-39A7-4AE3-95C7-63BF0349B2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9882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45D21-23C2-38D8-E35F-5B425028CD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FEE40D-BC3A-2730-CB9E-A87903598C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74658F-1463-DECD-29ED-95579067CC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40B6A-1A02-4C6E-A6B6-AAC2B5613FF5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D09F19-F03E-F8E4-461E-F9643336B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BE7D84-F94B-A852-D300-C13FD8548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2C994-39A7-4AE3-95C7-63BF0349B2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1713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81EE1-36B3-4412-CAE6-89AA5BCEC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850DA7-AE7A-34DB-124D-D7DCBF1C52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C326D5-ECF3-494C-662A-334F875E1E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1DEA7A-E36D-2187-B20E-EFFE997F8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40B6A-1A02-4C6E-A6B6-AAC2B5613FF5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07F279-316B-CA27-047C-59ACDE746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B4A202-F4B8-BBB2-4C5D-7F75E15FB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2C994-39A7-4AE3-95C7-63BF0349B2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8517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1CAB6-2DF8-371A-4295-C2ABBEE11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961D27-9B97-7282-5835-F851D8F22A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35EAB5-A4B7-3912-183F-15CE2D8426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555D22-D381-4673-C73B-C8DE441207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BFED4B-DD44-D130-CB9F-F5F62623F6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1AC141-A2DA-3540-9013-A4B6E4852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40B6A-1A02-4C6E-A6B6-AAC2B5613FF5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BAF4B7-37C9-40F4-4A30-BDCC0DF4A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C39601-9839-FCF1-8C90-2F03683FB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2C994-39A7-4AE3-95C7-63BF0349B2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5869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EF537-E63E-3E16-B365-FC9FCD1C3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14B3D2-088C-4DE7-407F-169969036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40B6A-1A02-4C6E-A6B6-AAC2B5613FF5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4CC2D4-6C5B-131B-0642-6B1DE8E48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00D4F4-7829-638C-E978-CEA0615E0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2C994-39A7-4AE3-95C7-63BF0349B2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2204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5CAD62-4A62-7168-2149-CF354C504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40B6A-1A02-4C6E-A6B6-AAC2B5613FF5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66A210-FB48-1841-44B7-04038D4D0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0F69D2-EB6D-AF10-6D0F-54B792C63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2C994-39A7-4AE3-95C7-63BF0349B2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7434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2BB6B-D9B1-EC17-B7CB-5140E0C753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3E820B-65F7-7B8A-E181-FC81D1C65F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258CC2-BABE-AFAA-4E62-0BA11656F2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42CF91-2905-ED50-B91C-1A4D3D64C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40B6A-1A02-4C6E-A6B6-AAC2B5613FF5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B805B9-4EDE-6B9F-0791-61EF29A57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7715C3-FEF0-2D53-7781-C8CEA16B1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2C994-39A7-4AE3-95C7-63BF0349B2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66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6922F-CCAA-8EFE-5086-C019F949C1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5F2C35-F36E-C00E-416A-942DDA0F8D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F10E46-BFD8-CB2E-9D01-14584CA079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4C6242-3E2D-E37D-CED3-E40D7F62E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40B6A-1A02-4C6E-A6B6-AAC2B5613FF5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9179B8-8C11-27B7-50F2-6B364C28C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533EE2-1EF3-5BED-71D2-9E98F7A83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2C994-39A7-4AE3-95C7-63BF0349B2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2465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2D2C3-7507-5CB2-3C5B-9A4820BCD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DB27A7-6EA7-E9E9-531D-A60AC24FF1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837F45-E8AE-7EFB-65A9-9F822C8CF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40B6A-1A02-4C6E-A6B6-AAC2B5613FF5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1409DD-8956-35E2-391D-785019399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3D51C3-01F2-C7CA-EC78-EB4F274BE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2C994-39A7-4AE3-95C7-63BF0349B2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7712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6B6008-9BD5-D973-8A50-48D6568784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4EF041-A416-BE07-2FCC-46DAD69127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D8257F-04B8-BA2F-2F06-36D802376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40B6A-1A02-4C6E-A6B6-AAC2B5613FF5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E941CF-C639-6D08-6990-6234FDFFB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591585-26AB-07DD-B18D-2B5922D78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2C994-39A7-4AE3-95C7-63BF0349B2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490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A2458C-DE88-8CD4-4F5C-8876F873F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1B6070-0230-CD63-E371-A938D83666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218CA6-5D90-A63C-EEAF-29EF06F6C1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A40B6A-1A02-4C6E-A6B6-AAC2B5613FF5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112A1F-6E50-E90B-F04C-23D34FE21A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4A61E9-A642-6C00-3069-1BE5D42714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52C994-39A7-4AE3-95C7-63BF0349B2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63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orld map with flight paths">
            <a:extLst>
              <a:ext uri="{FF2B5EF4-FFF2-40B4-BE49-F238E27FC236}">
                <a16:creationId xmlns:a16="http://schemas.microsoft.com/office/drawing/2014/main" id="{E3E3FC8E-3CD3-90EF-96A1-9617DC4A711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34" y="-670564"/>
            <a:ext cx="12040011" cy="8229600"/>
          </a:xfrm>
          <a:prstGeom prst="rect">
            <a:avLst/>
          </a:prstGeom>
        </p:spPr>
      </p:pic>
      <p:sp>
        <p:nvSpPr>
          <p:cNvPr id="5" name="Placer_03" hidden="1">
            <a:extLst>
              <a:ext uri="{FF2B5EF4-FFF2-40B4-BE49-F238E27FC236}">
                <a16:creationId xmlns:a16="http://schemas.microsoft.com/office/drawing/2014/main" id="{B535E4E0-F480-15C2-1360-282B9E405B6A}"/>
              </a:ext>
            </a:extLst>
          </p:cNvPr>
          <p:cNvSpPr/>
          <p:nvPr/>
        </p:nvSpPr>
        <p:spPr>
          <a:xfrm>
            <a:off x="9764650" y="3419017"/>
            <a:ext cx="685800" cy="6858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Placer_02" hidden="1">
            <a:extLst>
              <a:ext uri="{FF2B5EF4-FFF2-40B4-BE49-F238E27FC236}">
                <a16:creationId xmlns:a16="http://schemas.microsoft.com/office/drawing/2014/main" id="{EDB948DC-A87D-506B-5502-F1D3AACD435B}"/>
              </a:ext>
            </a:extLst>
          </p:cNvPr>
          <p:cNvSpPr/>
          <p:nvPr/>
        </p:nvSpPr>
        <p:spPr>
          <a:xfrm>
            <a:off x="7129382" y="3877819"/>
            <a:ext cx="685800" cy="6858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Placer_01" hidden="1">
            <a:extLst>
              <a:ext uri="{FF2B5EF4-FFF2-40B4-BE49-F238E27FC236}">
                <a16:creationId xmlns:a16="http://schemas.microsoft.com/office/drawing/2014/main" id="{6501F66B-2CB7-1CAB-7C92-AF1790DA3FF2}"/>
              </a:ext>
            </a:extLst>
          </p:cNvPr>
          <p:cNvSpPr/>
          <p:nvPr/>
        </p:nvSpPr>
        <p:spPr>
          <a:xfrm>
            <a:off x="4865581" y="4063565"/>
            <a:ext cx="685800" cy="6858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92512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E04D0C-D91A-3E62-3FB0-536F611F4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orld map with flight paths">
            <a:extLst>
              <a:ext uri="{FF2B5EF4-FFF2-40B4-BE49-F238E27FC236}">
                <a16:creationId xmlns:a16="http://schemas.microsoft.com/office/drawing/2014/main" id="{D5015117-2EA4-B4F2-2473-AD8F47203D5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34" y="-670564"/>
            <a:ext cx="12040011" cy="8229600"/>
          </a:xfrm>
          <a:prstGeom prst="rect">
            <a:avLst/>
          </a:prstGeom>
        </p:spPr>
      </p:pic>
      <p:sp>
        <p:nvSpPr>
          <p:cNvPr id="5" name="Placer_03" hidden="1">
            <a:extLst>
              <a:ext uri="{FF2B5EF4-FFF2-40B4-BE49-F238E27FC236}">
                <a16:creationId xmlns:a16="http://schemas.microsoft.com/office/drawing/2014/main" id="{9E6E0666-FF99-66AA-B572-BA4272D51E16}"/>
              </a:ext>
            </a:extLst>
          </p:cNvPr>
          <p:cNvSpPr/>
          <p:nvPr/>
        </p:nvSpPr>
        <p:spPr>
          <a:xfrm>
            <a:off x="9764650" y="3419017"/>
            <a:ext cx="685800" cy="6858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Placer_02" hidden="1">
            <a:extLst>
              <a:ext uri="{FF2B5EF4-FFF2-40B4-BE49-F238E27FC236}">
                <a16:creationId xmlns:a16="http://schemas.microsoft.com/office/drawing/2014/main" id="{574F95AA-640A-C127-4C16-9D4BBA149A43}"/>
              </a:ext>
            </a:extLst>
          </p:cNvPr>
          <p:cNvSpPr/>
          <p:nvPr/>
        </p:nvSpPr>
        <p:spPr>
          <a:xfrm>
            <a:off x="7129382" y="3877819"/>
            <a:ext cx="685800" cy="6858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Placer_01" hidden="1">
            <a:extLst>
              <a:ext uri="{FF2B5EF4-FFF2-40B4-BE49-F238E27FC236}">
                <a16:creationId xmlns:a16="http://schemas.microsoft.com/office/drawing/2014/main" id="{BC4FA16E-BB12-8C32-4D97-BC70B20B89FA}"/>
              </a:ext>
            </a:extLst>
          </p:cNvPr>
          <p:cNvSpPr/>
          <p:nvPr/>
        </p:nvSpPr>
        <p:spPr>
          <a:xfrm>
            <a:off x="4865581" y="4063565"/>
            <a:ext cx="685800" cy="6858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!!FreeformShape">
            <a:extLst>
              <a:ext uri="{FF2B5EF4-FFF2-40B4-BE49-F238E27FC236}">
                <a16:creationId xmlns:a16="http://schemas.microsoft.com/office/drawing/2014/main" id="{0064F24A-BBB7-3EEB-7F34-30BC14F48901}"/>
              </a:ext>
            </a:extLst>
          </p:cNvPr>
          <p:cNvSpPr/>
          <p:nvPr/>
        </p:nvSpPr>
        <p:spPr>
          <a:xfrm>
            <a:off x="-425302" y="-1052623"/>
            <a:ext cx="13024883" cy="9005776"/>
          </a:xfrm>
          <a:prstGeom prst="rect">
            <a:avLst/>
          </a:prstGeom>
          <a:solidFill>
            <a:schemeClr val="bg2">
              <a:lumMod val="10000"/>
              <a:alpha val="5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!!Focus">
            <a:extLst>
              <a:ext uri="{FF2B5EF4-FFF2-40B4-BE49-F238E27FC236}">
                <a16:creationId xmlns:a16="http://schemas.microsoft.com/office/drawing/2014/main" id="{F68E64B9-FC91-FF71-1DBA-7C5DE8FB94EE}"/>
              </a:ext>
            </a:extLst>
          </p:cNvPr>
          <p:cNvSpPr/>
          <p:nvPr/>
        </p:nvSpPr>
        <p:spPr>
          <a:xfrm>
            <a:off x="-1360970" y="-4093540"/>
            <a:ext cx="15087600" cy="15087600"/>
          </a:xfrm>
          <a:prstGeom prst="ellipse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92718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A334AD-B32E-37A0-10D0-FF71C2898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orld map with flight paths">
            <a:extLst>
              <a:ext uri="{FF2B5EF4-FFF2-40B4-BE49-F238E27FC236}">
                <a16:creationId xmlns:a16="http://schemas.microsoft.com/office/drawing/2014/main" id="{433828AD-347E-DEAA-0F40-4897AFE03A9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34" y="-670564"/>
            <a:ext cx="12040011" cy="8229600"/>
          </a:xfrm>
          <a:prstGeom prst="rect">
            <a:avLst/>
          </a:prstGeom>
        </p:spPr>
      </p:pic>
      <p:sp>
        <p:nvSpPr>
          <p:cNvPr id="5" name="Placer_03" hidden="1">
            <a:extLst>
              <a:ext uri="{FF2B5EF4-FFF2-40B4-BE49-F238E27FC236}">
                <a16:creationId xmlns:a16="http://schemas.microsoft.com/office/drawing/2014/main" id="{6CA3C901-2860-743F-C7BA-E229302838A2}"/>
              </a:ext>
            </a:extLst>
          </p:cNvPr>
          <p:cNvSpPr/>
          <p:nvPr/>
        </p:nvSpPr>
        <p:spPr>
          <a:xfrm>
            <a:off x="9764650" y="3419017"/>
            <a:ext cx="685800" cy="6858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Placer_02" hidden="1">
            <a:extLst>
              <a:ext uri="{FF2B5EF4-FFF2-40B4-BE49-F238E27FC236}">
                <a16:creationId xmlns:a16="http://schemas.microsoft.com/office/drawing/2014/main" id="{1EF1E4A4-BBE8-8534-AA0F-2B97B8E07B79}"/>
              </a:ext>
            </a:extLst>
          </p:cNvPr>
          <p:cNvSpPr/>
          <p:nvPr/>
        </p:nvSpPr>
        <p:spPr>
          <a:xfrm>
            <a:off x="7129382" y="3877819"/>
            <a:ext cx="685800" cy="6858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Placer_01" hidden="1">
            <a:extLst>
              <a:ext uri="{FF2B5EF4-FFF2-40B4-BE49-F238E27FC236}">
                <a16:creationId xmlns:a16="http://schemas.microsoft.com/office/drawing/2014/main" id="{17CC7E77-B562-6219-E974-642BEE35C46B}"/>
              </a:ext>
            </a:extLst>
          </p:cNvPr>
          <p:cNvSpPr/>
          <p:nvPr/>
        </p:nvSpPr>
        <p:spPr>
          <a:xfrm>
            <a:off x="4865581" y="4063565"/>
            <a:ext cx="685800" cy="6858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!!FreeformShape">
            <a:extLst>
              <a:ext uri="{FF2B5EF4-FFF2-40B4-BE49-F238E27FC236}">
                <a16:creationId xmlns:a16="http://schemas.microsoft.com/office/drawing/2014/main" id="{8409261E-5171-DB5D-A16D-9BBDE6D070A1}"/>
              </a:ext>
            </a:extLst>
          </p:cNvPr>
          <p:cNvSpPr/>
          <p:nvPr/>
        </p:nvSpPr>
        <p:spPr>
          <a:xfrm>
            <a:off x="-425302" y="-1052623"/>
            <a:ext cx="13024883" cy="9005776"/>
          </a:xfrm>
          <a:prstGeom prst="rect">
            <a:avLst/>
          </a:prstGeom>
          <a:solidFill>
            <a:schemeClr val="bg2">
              <a:lumMod val="10000"/>
              <a:alpha val="5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!!Focus">
            <a:extLst>
              <a:ext uri="{FF2B5EF4-FFF2-40B4-BE49-F238E27FC236}">
                <a16:creationId xmlns:a16="http://schemas.microsoft.com/office/drawing/2014/main" id="{097D5633-7BEA-9E81-9774-3FA9F7FDFA39}"/>
              </a:ext>
            </a:extLst>
          </p:cNvPr>
          <p:cNvSpPr/>
          <p:nvPr/>
        </p:nvSpPr>
        <p:spPr>
          <a:xfrm>
            <a:off x="4879409" y="4055850"/>
            <a:ext cx="685800" cy="685800"/>
          </a:xfrm>
          <a:prstGeom prst="ellipse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83566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D11D04-8477-CB0F-4E91-61FBF9ED3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orld map with flight paths">
            <a:extLst>
              <a:ext uri="{FF2B5EF4-FFF2-40B4-BE49-F238E27FC236}">
                <a16:creationId xmlns:a16="http://schemas.microsoft.com/office/drawing/2014/main" id="{7C3D2D44-9BC9-7477-9DD9-41F27B4C0A4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34" y="-670564"/>
            <a:ext cx="12040011" cy="8229600"/>
          </a:xfrm>
          <a:prstGeom prst="rect">
            <a:avLst/>
          </a:prstGeom>
        </p:spPr>
      </p:pic>
      <p:sp>
        <p:nvSpPr>
          <p:cNvPr id="5" name="Placer_03" hidden="1">
            <a:extLst>
              <a:ext uri="{FF2B5EF4-FFF2-40B4-BE49-F238E27FC236}">
                <a16:creationId xmlns:a16="http://schemas.microsoft.com/office/drawing/2014/main" id="{CB5E6781-0D63-9BBB-1D9D-9A6EC18B1B86}"/>
              </a:ext>
            </a:extLst>
          </p:cNvPr>
          <p:cNvSpPr/>
          <p:nvPr/>
        </p:nvSpPr>
        <p:spPr>
          <a:xfrm>
            <a:off x="9764650" y="3419017"/>
            <a:ext cx="685800" cy="6858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Placer_02" hidden="1">
            <a:extLst>
              <a:ext uri="{FF2B5EF4-FFF2-40B4-BE49-F238E27FC236}">
                <a16:creationId xmlns:a16="http://schemas.microsoft.com/office/drawing/2014/main" id="{8B04F7E1-820D-B542-BAA5-F93F2F2265A0}"/>
              </a:ext>
            </a:extLst>
          </p:cNvPr>
          <p:cNvSpPr/>
          <p:nvPr/>
        </p:nvSpPr>
        <p:spPr>
          <a:xfrm>
            <a:off x="7129382" y="3877819"/>
            <a:ext cx="685800" cy="6858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Placer_01" hidden="1">
            <a:extLst>
              <a:ext uri="{FF2B5EF4-FFF2-40B4-BE49-F238E27FC236}">
                <a16:creationId xmlns:a16="http://schemas.microsoft.com/office/drawing/2014/main" id="{86B8CF08-374A-B36A-BF54-D36EE1240854}"/>
              </a:ext>
            </a:extLst>
          </p:cNvPr>
          <p:cNvSpPr/>
          <p:nvPr/>
        </p:nvSpPr>
        <p:spPr>
          <a:xfrm>
            <a:off x="4865581" y="4063565"/>
            <a:ext cx="685800" cy="6858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!!FreeformShape">
            <a:extLst>
              <a:ext uri="{FF2B5EF4-FFF2-40B4-BE49-F238E27FC236}">
                <a16:creationId xmlns:a16="http://schemas.microsoft.com/office/drawing/2014/main" id="{9069437F-63ED-BB5E-FE64-B3169229C092}"/>
              </a:ext>
            </a:extLst>
          </p:cNvPr>
          <p:cNvSpPr/>
          <p:nvPr/>
        </p:nvSpPr>
        <p:spPr>
          <a:xfrm>
            <a:off x="-21327976" y="-16977470"/>
            <a:ext cx="54864000" cy="41148000"/>
          </a:xfrm>
          <a:custGeom>
            <a:avLst/>
            <a:gdLst>
              <a:gd name="connsiteX0" fmla="*/ 26537078 w 54864000"/>
              <a:gd name="connsiteY0" fmla="*/ 21040321 h 41148000"/>
              <a:gd name="connsiteX1" fmla="*/ 26194178 w 54864000"/>
              <a:gd name="connsiteY1" fmla="*/ 21383221 h 41148000"/>
              <a:gd name="connsiteX2" fmla="*/ 26537078 w 54864000"/>
              <a:gd name="connsiteY2" fmla="*/ 21726121 h 41148000"/>
              <a:gd name="connsiteX3" fmla="*/ 26879978 w 54864000"/>
              <a:gd name="connsiteY3" fmla="*/ 21383221 h 41148000"/>
              <a:gd name="connsiteX4" fmla="*/ 26537078 w 54864000"/>
              <a:gd name="connsiteY4" fmla="*/ 21040321 h 41148000"/>
              <a:gd name="connsiteX5" fmla="*/ 0 w 54864000"/>
              <a:gd name="connsiteY5" fmla="*/ 0 h 41148000"/>
              <a:gd name="connsiteX6" fmla="*/ 54864000 w 54864000"/>
              <a:gd name="connsiteY6" fmla="*/ 0 h 41148000"/>
              <a:gd name="connsiteX7" fmla="*/ 54864000 w 54864000"/>
              <a:gd name="connsiteY7" fmla="*/ 41148000 h 41148000"/>
              <a:gd name="connsiteX8" fmla="*/ 0 w 54864000"/>
              <a:gd name="connsiteY8" fmla="*/ 41148000 h 4114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4864000" h="41148000">
                <a:moveTo>
                  <a:pt x="26537078" y="21040321"/>
                </a:moveTo>
                <a:cubicBezTo>
                  <a:pt x="26347700" y="21040321"/>
                  <a:pt x="26194178" y="21193843"/>
                  <a:pt x="26194178" y="21383221"/>
                </a:cubicBezTo>
                <a:cubicBezTo>
                  <a:pt x="26194178" y="21572599"/>
                  <a:pt x="26347700" y="21726121"/>
                  <a:pt x="26537078" y="21726121"/>
                </a:cubicBezTo>
                <a:cubicBezTo>
                  <a:pt x="26726456" y="21726121"/>
                  <a:pt x="26879978" y="21572599"/>
                  <a:pt x="26879978" y="21383221"/>
                </a:cubicBezTo>
                <a:cubicBezTo>
                  <a:pt x="26879978" y="21193843"/>
                  <a:pt x="26726456" y="21040321"/>
                  <a:pt x="26537078" y="21040321"/>
                </a:cubicBezTo>
                <a:close/>
                <a:moveTo>
                  <a:pt x="0" y="0"/>
                </a:moveTo>
                <a:lnTo>
                  <a:pt x="54864000" y="0"/>
                </a:lnTo>
                <a:lnTo>
                  <a:pt x="54864000" y="41148000"/>
                </a:lnTo>
                <a:lnTo>
                  <a:pt x="0" y="41148000"/>
                </a:lnTo>
                <a:close/>
              </a:path>
            </a:pathLst>
          </a:custGeom>
          <a:solidFill>
            <a:schemeClr val="tx1">
              <a:lumMod val="85000"/>
              <a:lumOff val="15000"/>
              <a:alpha val="5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" name="!!Focus" hidden="1">
            <a:extLst>
              <a:ext uri="{FF2B5EF4-FFF2-40B4-BE49-F238E27FC236}">
                <a16:creationId xmlns:a16="http://schemas.microsoft.com/office/drawing/2014/main" id="{AA4B3A59-DC68-A439-3B6E-38A02B722056}"/>
              </a:ext>
            </a:extLst>
          </p:cNvPr>
          <p:cNvSpPr/>
          <p:nvPr/>
        </p:nvSpPr>
        <p:spPr>
          <a:xfrm>
            <a:off x="4879409" y="4055850"/>
            <a:ext cx="685800" cy="685800"/>
          </a:xfrm>
          <a:prstGeom prst="ellipse">
            <a:avLst/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257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4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13 -0.00139 L 0.04766 -0.05903 C 0.05742 -0.07223 0.07305 -0.08033 0.08906 -0.08079 C 0.10781 -0.08473 0.12292 -0.08033 0.13399 -0.07037 L 0.1862 -0.02454 " pathEditMode="relative" rAng="21360000" ptsTypes="AAAAA">
                                      <p:cBhvr>
                                        <p:cTn id="6" dur="3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167" y="-458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4" presetClass="path" presetSubtype="0" accel="50000" decel="50000" autoRev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862 -0.02454 L 0.23633 -0.10741 C 0.24662 -0.1257 0.26406 -0.13912 0.28294 -0.14584 C 0.3043 -0.15348 0.32201 -0.15209 0.33581 -0.14167 L 0.40039 -0.09838 " pathEditMode="relative" rAng="20940000" ptsTypes="AAAAA">
                                      <p:cBhvr>
                                        <p:cTn id="10" dur="3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247" y="-794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1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862 -0.02453 L 0.13451 -0.06342 C 0.12344 -0.07222 0.10742 -0.07592 0.09102 -0.07384 C 0.07227 -0.07152 0.05755 -0.06412 0.04727 -0.05254 L -0.00104 -0.00115 " pathEditMode="relative" rAng="5160000" ptsTypes="AAAAA">
                                      <p:cBhvr>
                                        <p:cTn id="14" dur="3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479" y="-187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2" grpId="1" animBg="1"/>
      <p:bldP spid="12" grpId="2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E2ABE6-96A6-BB55-0A5E-DB701518C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orld map with flight paths">
            <a:extLst>
              <a:ext uri="{FF2B5EF4-FFF2-40B4-BE49-F238E27FC236}">
                <a16:creationId xmlns:a16="http://schemas.microsoft.com/office/drawing/2014/main" id="{08536508-C95E-AC9E-334E-3B2EEE86596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34" y="-670564"/>
            <a:ext cx="12040011" cy="8229600"/>
          </a:xfrm>
          <a:prstGeom prst="rect">
            <a:avLst/>
          </a:prstGeom>
        </p:spPr>
      </p:pic>
      <p:sp>
        <p:nvSpPr>
          <p:cNvPr id="5" name="Placer_03" hidden="1">
            <a:extLst>
              <a:ext uri="{FF2B5EF4-FFF2-40B4-BE49-F238E27FC236}">
                <a16:creationId xmlns:a16="http://schemas.microsoft.com/office/drawing/2014/main" id="{089FA9CB-19A1-E982-F8BA-D29ED4308134}"/>
              </a:ext>
            </a:extLst>
          </p:cNvPr>
          <p:cNvSpPr/>
          <p:nvPr/>
        </p:nvSpPr>
        <p:spPr>
          <a:xfrm>
            <a:off x="9764650" y="3419017"/>
            <a:ext cx="685800" cy="6858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Placer_02" hidden="1">
            <a:extLst>
              <a:ext uri="{FF2B5EF4-FFF2-40B4-BE49-F238E27FC236}">
                <a16:creationId xmlns:a16="http://schemas.microsoft.com/office/drawing/2014/main" id="{8FF58345-5C18-0393-F81F-0F7EB1677524}"/>
              </a:ext>
            </a:extLst>
          </p:cNvPr>
          <p:cNvSpPr/>
          <p:nvPr/>
        </p:nvSpPr>
        <p:spPr>
          <a:xfrm>
            <a:off x="7129382" y="3877819"/>
            <a:ext cx="685800" cy="6858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Placer_01" hidden="1">
            <a:extLst>
              <a:ext uri="{FF2B5EF4-FFF2-40B4-BE49-F238E27FC236}">
                <a16:creationId xmlns:a16="http://schemas.microsoft.com/office/drawing/2014/main" id="{770BEFF9-7766-862C-C294-314F1F2BE7AF}"/>
              </a:ext>
            </a:extLst>
          </p:cNvPr>
          <p:cNvSpPr/>
          <p:nvPr/>
        </p:nvSpPr>
        <p:spPr>
          <a:xfrm>
            <a:off x="4865581" y="4063565"/>
            <a:ext cx="685800" cy="6858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!!FreeformShape">
            <a:extLst>
              <a:ext uri="{FF2B5EF4-FFF2-40B4-BE49-F238E27FC236}">
                <a16:creationId xmlns:a16="http://schemas.microsoft.com/office/drawing/2014/main" id="{3C933BB8-1C38-877A-0E4B-4D4F2F280F4E}"/>
              </a:ext>
            </a:extLst>
          </p:cNvPr>
          <p:cNvSpPr/>
          <p:nvPr/>
        </p:nvSpPr>
        <p:spPr>
          <a:xfrm>
            <a:off x="-425302" y="-1052623"/>
            <a:ext cx="13024883" cy="9005776"/>
          </a:xfrm>
          <a:prstGeom prst="rect">
            <a:avLst/>
          </a:prstGeom>
          <a:solidFill>
            <a:schemeClr val="bg2">
              <a:lumMod val="10000"/>
              <a:alpha val="5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!!Focus">
            <a:extLst>
              <a:ext uri="{FF2B5EF4-FFF2-40B4-BE49-F238E27FC236}">
                <a16:creationId xmlns:a16="http://schemas.microsoft.com/office/drawing/2014/main" id="{EEFD8F3C-3D9F-BA9B-37E2-0A61C108FDF5}"/>
              </a:ext>
            </a:extLst>
          </p:cNvPr>
          <p:cNvSpPr/>
          <p:nvPr/>
        </p:nvSpPr>
        <p:spPr>
          <a:xfrm>
            <a:off x="4879409" y="4055850"/>
            <a:ext cx="685800" cy="685800"/>
          </a:xfrm>
          <a:prstGeom prst="ellipse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4937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3B69C3-0AE7-C26D-7159-13BD1ACB9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orld map with flight paths">
            <a:extLst>
              <a:ext uri="{FF2B5EF4-FFF2-40B4-BE49-F238E27FC236}">
                <a16:creationId xmlns:a16="http://schemas.microsoft.com/office/drawing/2014/main" id="{1FCC62C4-46A9-3BCA-F515-75FF76271F5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34" y="-670564"/>
            <a:ext cx="12040011" cy="8229600"/>
          </a:xfrm>
          <a:prstGeom prst="rect">
            <a:avLst/>
          </a:prstGeom>
        </p:spPr>
      </p:pic>
      <p:sp>
        <p:nvSpPr>
          <p:cNvPr id="5" name="Placer_03" hidden="1">
            <a:extLst>
              <a:ext uri="{FF2B5EF4-FFF2-40B4-BE49-F238E27FC236}">
                <a16:creationId xmlns:a16="http://schemas.microsoft.com/office/drawing/2014/main" id="{54703B92-DD76-4BD0-A623-C3366BB4E70C}"/>
              </a:ext>
            </a:extLst>
          </p:cNvPr>
          <p:cNvSpPr/>
          <p:nvPr/>
        </p:nvSpPr>
        <p:spPr>
          <a:xfrm>
            <a:off x="9764650" y="3419017"/>
            <a:ext cx="685800" cy="6858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Placer_02" hidden="1">
            <a:extLst>
              <a:ext uri="{FF2B5EF4-FFF2-40B4-BE49-F238E27FC236}">
                <a16:creationId xmlns:a16="http://schemas.microsoft.com/office/drawing/2014/main" id="{8416F442-2E9D-E416-2F4F-3B3EB5D16F04}"/>
              </a:ext>
            </a:extLst>
          </p:cNvPr>
          <p:cNvSpPr/>
          <p:nvPr/>
        </p:nvSpPr>
        <p:spPr>
          <a:xfrm>
            <a:off x="7129382" y="3877819"/>
            <a:ext cx="685800" cy="6858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Placer_01" hidden="1">
            <a:extLst>
              <a:ext uri="{FF2B5EF4-FFF2-40B4-BE49-F238E27FC236}">
                <a16:creationId xmlns:a16="http://schemas.microsoft.com/office/drawing/2014/main" id="{258701DF-FFC3-2FC1-9525-0516994F40EA}"/>
              </a:ext>
            </a:extLst>
          </p:cNvPr>
          <p:cNvSpPr/>
          <p:nvPr/>
        </p:nvSpPr>
        <p:spPr>
          <a:xfrm>
            <a:off x="4865581" y="4063565"/>
            <a:ext cx="685800" cy="6858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!!FreeformShape">
            <a:extLst>
              <a:ext uri="{FF2B5EF4-FFF2-40B4-BE49-F238E27FC236}">
                <a16:creationId xmlns:a16="http://schemas.microsoft.com/office/drawing/2014/main" id="{694D521A-FB8B-9807-678B-8CCE5DF285EF}"/>
              </a:ext>
            </a:extLst>
          </p:cNvPr>
          <p:cNvSpPr/>
          <p:nvPr/>
        </p:nvSpPr>
        <p:spPr>
          <a:xfrm>
            <a:off x="-425302" y="-1052623"/>
            <a:ext cx="13024883" cy="9005776"/>
          </a:xfrm>
          <a:prstGeom prst="rect">
            <a:avLst/>
          </a:prstGeom>
          <a:solidFill>
            <a:schemeClr val="bg2">
              <a:lumMod val="10000"/>
              <a:alpha val="5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!!Focus">
            <a:extLst>
              <a:ext uri="{FF2B5EF4-FFF2-40B4-BE49-F238E27FC236}">
                <a16:creationId xmlns:a16="http://schemas.microsoft.com/office/drawing/2014/main" id="{42ABA921-1A7A-3509-C902-E38594609A15}"/>
              </a:ext>
            </a:extLst>
          </p:cNvPr>
          <p:cNvSpPr/>
          <p:nvPr/>
        </p:nvSpPr>
        <p:spPr>
          <a:xfrm>
            <a:off x="-1360970" y="-4093540"/>
            <a:ext cx="15087600" cy="15087600"/>
          </a:xfrm>
          <a:prstGeom prst="ellipse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86990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B7D47E-3633-DCA4-2971-07672FC83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orld map with flight paths">
            <a:extLst>
              <a:ext uri="{FF2B5EF4-FFF2-40B4-BE49-F238E27FC236}">
                <a16:creationId xmlns:a16="http://schemas.microsoft.com/office/drawing/2014/main" id="{FAD6ECD0-8BF4-7C5F-188D-5873CB37732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34" y="-670564"/>
            <a:ext cx="12040011" cy="8229600"/>
          </a:xfrm>
          <a:prstGeom prst="rect">
            <a:avLst/>
          </a:prstGeom>
        </p:spPr>
      </p:pic>
      <p:sp>
        <p:nvSpPr>
          <p:cNvPr id="5" name="Placer_03" hidden="1">
            <a:extLst>
              <a:ext uri="{FF2B5EF4-FFF2-40B4-BE49-F238E27FC236}">
                <a16:creationId xmlns:a16="http://schemas.microsoft.com/office/drawing/2014/main" id="{108C38CE-0ED5-D07F-95B2-E4D85D63F528}"/>
              </a:ext>
            </a:extLst>
          </p:cNvPr>
          <p:cNvSpPr/>
          <p:nvPr/>
        </p:nvSpPr>
        <p:spPr>
          <a:xfrm>
            <a:off x="9764650" y="3419017"/>
            <a:ext cx="685800" cy="6858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Placer_02" hidden="1">
            <a:extLst>
              <a:ext uri="{FF2B5EF4-FFF2-40B4-BE49-F238E27FC236}">
                <a16:creationId xmlns:a16="http://schemas.microsoft.com/office/drawing/2014/main" id="{6D25A14D-7104-AB38-2D4E-EDFB5D0D7121}"/>
              </a:ext>
            </a:extLst>
          </p:cNvPr>
          <p:cNvSpPr/>
          <p:nvPr/>
        </p:nvSpPr>
        <p:spPr>
          <a:xfrm>
            <a:off x="7129382" y="3877819"/>
            <a:ext cx="685800" cy="6858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Placer_01" hidden="1">
            <a:extLst>
              <a:ext uri="{FF2B5EF4-FFF2-40B4-BE49-F238E27FC236}">
                <a16:creationId xmlns:a16="http://schemas.microsoft.com/office/drawing/2014/main" id="{76B88962-644D-A3DE-7036-86F7E733900C}"/>
              </a:ext>
            </a:extLst>
          </p:cNvPr>
          <p:cNvSpPr/>
          <p:nvPr/>
        </p:nvSpPr>
        <p:spPr>
          <a:xfrm>
            <a:off x="4865581" y="4063565"/>
            <a:ext cx="685800" cy="6858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59779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2365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Charles Lakes II</dc:creator>
  <cp:lastModifiedBy>Charles Lakes II</cp:lastModifiedBy>
  <cp:revision>1</cp:revision>
  <dcterms:created xsi:type="dcterms:W3CDTF">2025-11-02T19:17:44Z</dcterms:created>
  <dcterms:modified xsi:type="dcterms:W3CDTF">2025-11-15T16:39:43Z</dcterms:modified>
</cp:coreProperties>
</file>